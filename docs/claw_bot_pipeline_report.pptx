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7FAFC"/>
                </a:solidFill>
              </a:rPr>
              <a:t>Claw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0AEC0"/>
                </a:solidFill>
              </a:rPr>
              <a:t>Pipeline Strategy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246120"/>
            <a:ext cx="1828800" cy="29260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F1117"/>
                </a:solidFill>
              </a:rPr>
              <a:t>claude-sonnet-4-6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3246120"/>
            <a:ext cx="1828800" cy="292608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F1117"/>
                </a:solidFill>
              </a:rPr>
              <a:t>studio_android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246120"/>
            <a:ext cx="1828800" cy="292608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F1117"/>
                </a:solidFill>
              </a:rPr>
              <a:t>member_android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Formelife/Android-Member-App  →  jahnaviyeddanapudy/qa_forme_automation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Cost · Token analysis · Scale projections (current / 800 / 1,500 test cases) · Generated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09360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</a:rPr>
              <a:t>$3.00 / M input tokens  ·  $15.00 / M output tokens  ·  claude-sonnet-4-6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7FAFC"/>
                </a:solidFill>
              </a:rPr>
              <a:t>Workflow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914400"/>
            <a:ext cx="5669280" cy="566928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A169"/>
                </a:solidFill>
              </a:rPr>
              <a:t>Studio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27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claw_bot_studio.py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studio_test_sync.yml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6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163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Formelife/Android-Member-App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Trigger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3814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studio-app/**/*.kt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599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5993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feature/next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81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Destination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817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qa_forme_automation/surfaces/studio_android/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3035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claude-sonnet-4-6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25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9253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qa_forme_automation / 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914400"/>
            <a:ext cx="5669280" cy="566928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39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B3ED"/>
                </a:solidFill>
              </a:rPr>
              <a:t>Member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5727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claw_bot_member.py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2194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194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member_test_sync.yml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2816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8163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Formelife/Android-Member-App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39" y="34381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Trigger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43814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app/src/main/**/*.kt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39" y="40599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05993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feature/next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39" y="4681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Destination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68172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qa_forme_automation/surfaces/member_android/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5303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53035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claude-sonnet-4-6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39" y="59253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92531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FAFC"/>
                </a:solidFill>
              </a:rPr>
              <a:t>qa_forme_automation / 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C8181"/>
                </a:solidFill>
              </a:rPr>
              <a:t>Critical Issues — Member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5 fixes applied to claw_bot_studio.py have NOT been mirrored to claw_bot_member.py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371600"/>
                <a:gridCol w="6400800"/>
              </a:tblGrid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Studio Bot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Member Bot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Risk if not fixed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MAX_TOKENS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16,000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C8181"/>
                          </a:solidFill>
                        </a:rPr>
                        <a:t>8,096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JSON truncation — multi-file output cut off silently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fetch-depth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0 (full history)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C8181"/>
                          </a:solidFill>
                        </a:rPr>
                        <a:t>2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workflow_dispatch misses diffs older than last 2 commits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Markdown fence strip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Present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C8181"/>
                          </a:solidFill>
                        </a:rPr>
                        <a:t>Missing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json.loads() fails if Claude wraps output in ```json blocks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GITHUB_RUN_ID branch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Present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C8181"/>
                          </a:solidFill>
                        </a:rPr>
                        <a:t>Missing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Branch collision if two runs fire for same commit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_git_diff fallback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Present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C8181"/>
                          </a:solidFill>
                        </a:rPr>
                        <a:t>Missing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Empty diffs on dispatch → no tests generated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Studio Bot vs Member Bot —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68680"/>
          <a:ext cx="11338558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749039"/>
                <a:gridCol w="3749039"/>
              </a:tblGrid>
              <a:tr h="49045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0AEC0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0AEC0"/>
                          </a:solidFill>
                        </a:rPr>
                        <a:t>Studio Bot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A0AEC0"/>
                          </a:solidFill>
                        </a:rPr>
                        <a:t>Member Bot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MAX_TOKENS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16,000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C8181"/>
                          </a:solidFill>
                        </a:rPr>
                        <a:t>8,096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fetch-depth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0 — full history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C8181"/>
                          </a:solidFill>
                        </a:rPr>
                        <a:t>2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Markdown fence strip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C8181"/>
                          </a:solidFill>
                        </a:rPr>
                        <a:t>No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GITHUB_RUN_ID branch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C8181"/>
                          </a:solidFill>
                        </a:rPr>
                        <a:t>No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_git_diff fallback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C8181"/>
                          </a:solidFill>
                        </a:rPr>
                        <a:t>No ⚠</a:t>
                      </a:r>
                    </a:p>
                  </a:txBody>
                  <a:tcPr>
                    <a:solidFill>
                      <a:srgbClr val="1C1010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Test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11 test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13 test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Page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14 page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7 page files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Total test cases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~50 test cases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37 test cases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QA context / run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~12,500 tokens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7FAFC"/>
                          </a:solidFill>
                        </a:rPr>
                        <a:t>~9,500 tokens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904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7FAFC"/>
                          </a:solidFill>
                        </a:rPr>
                        <a:t>Catch-up done?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68D391"/>
                          </a:solidFill>
                        </a:rPr>
                        <a:t>Yes — June 2026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6AD55"/>
                          </a:solidFill>
                        </a:rPr>
                        <a:t>No — pending ⚠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Scale Projection — Studio Android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201168"/>
            <a:ext cx="1828800" cy="292608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F1117"/>
                </a:solidFill>
              </a:rPr>
              <a:t>studio_android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94760" cy="5806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B3ED"/>
                </a:solidFill>
              </a:rPr>
              <a:t>Current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B3ED"/>
                </a:solidFill>
              </a:rPr>
              <a:t>~50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~25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~12,500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$0.11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$0.18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~$2.73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7FAFC"/>
                </a:solidFill>
              </a:rPr>
              <a:t>~$4.46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Yes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Single or Parallel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868680"/>
            <a:ext cx="3794760" cy="5806440"/>
          </a:xfrm>
          <a:prstGeom prst="roundRect">
            <a:avLst/>
          </a:prstGeom>
          <a:solidFill>
            <a:srgbClr val="1A111E"/>
          </a:solidFill>
          <a:ln w="15240">
            <a:solidFill>
              <a:srgbClr val="6B2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687B3"/>
                </a:solidFill>
              </a:rPr>
              <a:t>800 Test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687B3"/>
                </a:solidFill>
              </a:rPr>
              <a:t>~800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~180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~80,000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$0.31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39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$0.38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39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~$4.98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9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39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~$11.23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19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39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Yes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19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39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No, advised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19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39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Single — always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868680"/>
            <a:ext cx="3794760" cy="5806440"/>
          </a:xfrm>
          <a:prstGeom prst="roundRect">
            <a:avLst/>
          </a:prstGeom>
          <a:solidFill>
            <a:srgbClr val="1C1010"/>
          </a:solidFill>
          <a:ln w="15240">
            <a:solidFill>
              <a:srgbClr val="82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8181"/>
                </a:solidFill>
              </a:rPr>
              <a:t>1,500 Test Cases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C8181"/>
                </a:solidFill>
              </a:rPr>
              <a:t>~1,500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~338 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~150,000 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$0.52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$0.59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~$7.71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~$18.79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Tight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Yes — required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Selective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Scale Projection — Member Android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201168"/>
            <a:ext cx="1828800" cy="292608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F1117"/>
                </a:solidFill>
              </a:rPr>
              <a:t>member_android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94760" cy="5806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B3ED"/>
                </a:solidFill>
              </a:rPr>
              <a:t>Current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B3ED"/>
                </a:solidFill>
              </a:rPr>
              <a:t>~37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~25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~9,500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$0.10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$0.12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~$1.69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7FAFC"/>
                </a:solidFill>
              </a:rPr>
              <a:t>~$3.96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Yes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Single branch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868680"/>
            <a:ext cx="3794760" cy="5806440"/>
          </a:xfrm>
          <a:prstGeom prst="roundRect">
            <a:avLst/>
          </a:prstGeom>
          <a:solidFill>
            <a:srgbClr val="1A111E"/>
          </a:solidFill>
          <a:ln w="15240">
            <a:solidFill>
              <a:srgbClr val="6B2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19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687B3"/>
                </a:solidFill>
              </a:rPr>
              <a:t>800 Test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687B3"/>
                </a:solidFill>
              </a:rPr>
              <a:t>~800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~180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~80,000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$0.28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39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$0.32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39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~$4.39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9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39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~$10.25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19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39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Yes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19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39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No, advised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19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39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8D391"/>
                </a:solidFill>
              </a:rPr>
              <a:t>Single — always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868680"/>
            <a:ext cx="3794760" cy="5806440"/>
          </a:xfrm>
          <a:prstGeom prst="roundRect">
            <a:avLst/>
          </a:prstGeom>
          <a:solidFill>
            <a:srgbClr val="1C1010"/>
          </a:solidFill>
          <a:ln w="15240">
            <a:solidFill>
              <a:srgbClr val="82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9601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8181"/>
                </a:solidFill>
              </a:rPr>
              <a:t>1,500 Test Cases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13258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C8181"/>
                </a:solidFill>
              </a:rPr>
              <a:t>~1,500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783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test cases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0574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~338 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~150,000 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cost / 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$0.49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3136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cost / 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136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$0.53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5753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Weekly single / qtr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575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~$7.13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4014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Daily / qtr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0142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~$17.55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200k window OK?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Tight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892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Selective ctx needed?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8181"/>
                </a:solidFill>
              </a:rPr>
              <a:t>Yes — required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Recommended approach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6AD55"/>
                </a:solidFill>
              </a:rPr>
              <a:t>Selective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Per-Run Cost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Studio Android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09728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Input Tokens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Output Tokens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Wall-clock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PRs opened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Daily ~3 files — Single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~26,500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$0.11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Weekly ~6 files — Single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~40,000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~4,000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$0.18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~4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Weekly ~6 files — Parallel (2 batches)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~54,000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~6,000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$0.25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Catch-up 71 files — Parallel (4 batches)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~358,000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~32,000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$1.55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~4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B3ED"/>
                </a:solidFill>
              </a:rPr>
              <a:t>Member Android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041648"/>
          <a:ext cx="9875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09728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Input Tokens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Output Tokens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Wall-clock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PRs opened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Daily ~3 files — Single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~23,500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$0.10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Weekly ~4 files — Single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~28,000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~2,500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$0.12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Catch-up ~35 files — Single *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~168,000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~8,096 ⚠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$0.62*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6AD55"/>
                </a:solidFill>
              </a:rPr>
              <a:t>* MAX_TOKENS=8,096 will truncate catch-up output. Fix to 16,000 first. Retries can 2–3× cost to ~$1.86.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Quarterly Cost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Studio Android (current ~25 files, ~12,500 tokens)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9875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914400"/>
                <a:gridCol w="1371600"/>
                <a:gridCol w="1280160"/>
                <a:gridCol w="13716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Runs/Qtr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Recurring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+ Catch-up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Total Q1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Exec Time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818CF8"/>
                          </a:solidFill>
                        </a:rPr>
                        <a:t>Parallel (2 batches)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~$3.74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$1.55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6AD55"/>
                          </a:solidFill>
                        </a:rPr>
                        <a:t>~$5.29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~39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</a:rPr>
                        <a:t>Single branch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~$2.73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$1.24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~$3.97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~52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</a:rPr>
                        <a:t>Single branch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~$4.46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$1.24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~$5.70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~108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</a:rPr>
              <a:t>Member Android (current ~20 files, ~9,500 tokens)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291840"/>
          <a:ext cx="9875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914400"/>
                <a:gridCol w="1371600"/>
                <a:gridCol w="1280160"/>
                <a:gridCol w="1371600"/>
                <a:gridCol w="137160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Runs/Qtr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Recurring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+ Catch-up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Total Q1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Exec Time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</a:rPr>
                        <a:t>Single branch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~$1.69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$1.24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~$2.93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~52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</a:rPr>
                        <a:t>Single branch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~$3.96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$1.24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~$5.20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~108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FAFC"/>
                </a:solidFill>
              </a:rPr>
              <a:t>Both Bots Combined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029200"/>
          <a:ext cx="9875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914400"/>
                <a:gridCol w="1371600"/>
                <a:gridCol w="1280160"/>
                <a:gridCol w="1371600"/>
                <a:gridCol w="137160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Runs/Qtr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Recurring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+ Catch-up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Total Q1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Exec Time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Both single ✓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13+13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~$4.42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$2.48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~$6.90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~52 min each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</a:rPr>
                        <a:t>Both single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36+36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~$8.42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+ $2.48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~$10.90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~108 min each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GitHub Actions Runner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AEC0"/>
                </a:solidFill>
              </a:rPr>
              <a:t>Free Tier by Account 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8288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Free min/month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Beyond free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GitHub Free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2,000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$0.008 /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GitHub Pro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3,000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$0.008 /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GitHub Team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3,000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$0.008 /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GitHub Enterprise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50,000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$0.008 /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429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Minutes billed to Formelife/Android-Member-App (the workflow repo owner).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86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Runner: ubuntu-latest (Linux) — 1× multiplier. Windows = 2×, macOS = 10×.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43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D55"/>
                </a:solidFill>
              </a:rPr>
              <a:t>Public repos get unlimited free minutes — confirm Formelife repo visibility.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AEC0"/>
                </a:solidFill>
              </a:rPr>
              <a:t>Quarterly Usage Estimates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234440"/>
          <a:ext cx="6400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914400"/>
                <a:gridCol w="914400"/>
                <a:gridCol w="1097280"/>
                <a:gridCol w="822960"/>
              </a:tblGrid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Bot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Cadence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Min/run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Min/qtr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Min/month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A0AEC0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21620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Studio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~17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Studio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~108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~52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~17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~108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7FAFC"/>
                          </a:solidFill>
                        </a:rPr>
                        <a:t>Both bots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Daily (combined)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~3 each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~216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7FAFC"/>
                          </a:solidFill>
                        </a:rPr>
                        <a:t>~72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8D391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40690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D391"/>
                </a:solidFill>
              </a:rPr>
              <a:t>All scenarios are well within the 2,000 min/month free tier.
Both bots daily = ~3.6% of allowance.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FAFC"/>
                </a:solidFill>
              </a:rPr>
              <a:t>QA Context Growth Over the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Every run re-reads all existing page objects + test files. As the bot generates more files, context grows — and per-run cost 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Studio Android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783080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Start of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B3ED"/>
                </a:solidFill>
              </a:rPr>
              <a:t>~12,500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44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25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83080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874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Mid-Quarter (Wk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</a:rPr>
              <a:t>~17,000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27432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3044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~38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783080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1874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End of Quarter (Wk 13)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6AD55"/>
                </a:solidFill>
              </a:rPr>
              <a:t>~22,000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7432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0449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~51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776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B3ED"/>
                </a:solidFill>
              </a:rPr>
              <a:t>Member Android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389119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8055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Start of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B3ED"/>
                </a:solidFill>
              </a:rPr>
              <a:t>~9,500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39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1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20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4389119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39" y="448055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Mid-Quarter (Wk 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48463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</a:rPr>
              <a:t>~12,500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9" y="5349239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5650991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~33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4389119"/>
            <a:ext cx="3794760" cy="1920240"/>
          </a:xfrm>
          <a:prstGeom prst="roundRect">
            <a:avLst/>
          </a:prstGeom>
          <a:solidFill>
            <a:srgbClr val="1A1F2E"/>
          </a:solidFill>
          <a:ln w="1143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448055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</a:rPr>
              <a:t>End of Quarter (Wk 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48463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6AD55"/>
                </a:solidFill>
              </a:rPr>
              <a:t>~15,500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5349239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tokens /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9" y="5650991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~46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7FAFC"/>
                </a:solidFill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274552" cy="127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7840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8181"/>
                </a:solidFill>
              </a:rPr>
              <a:t>1  Fix Member Bot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903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Before any large member backlog run:
• MAX_TOKENS: 8,096 → 16,000
• fetch-depth: 2 → 0
• Add markdown fence stripping
• Add GITHUB_RUN_ID branch suffix
• Add _git_diff fallback
All five fixes exist in studio bot — copy across.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86868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68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19" y="97840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D391"/>
                </a:solidFill>
              </a:rPr>
              <a:t>2  Daily Push — Single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139903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Best for both bots at current scale.
Small batches (2–4 files/push), no truncation risk,
one clean PR per push.
Cost: Studio ~$4.46/qtr · Member ~$3.96/qtr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86868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97840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3  Weekly — Single for ≤10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39903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Use weekly scheduled single-branch for normal weeks.
Switch to parallel only when batch &gt;15 files
(sprint-end, quarterly catch-up).
Cost: Studio ~$2.73/qtr · Member ~$1.69/qtr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F68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758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87B3"/>
                </a:solidFill>
              </a:rPr>
              <a:t>4  At 800 Tests — Single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9651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Context (~80k tokens) dominates cost at this scale.
Parallel costs 41–70% more (context paid per batch).
Weekly: Studio ~$4.98/qtr · Member ~$4.39/qtr
Avoid daily cadence (~$10–11/qtr per bot).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56616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6758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D55"/>
                </a:solidFill>
              </a:rPr>
              <a:t>5  At 1,500 Tests — Selective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409651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~150k tokens approaches the 200k window limit.
Required: only load page/test files relevant
to the changed Kotlin feature, not all 338 files.
Weekly single: Studio ~$7.71/qtr · Member ~$7.13/qtr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566160"/>
            <a:ext cx="3794760" cy="2514600"/>
          </a:xfrm>
          <a:prstGeom prst="roundRect">
            <a:avLst/>
          </a:prstGeom>
          <a:solidFill>
            <a:srgbClr val="1A1F2E"/>
          </a:solidFill>
          <a:ln w="1524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758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</a:rPr>
              <a:t>6  Combined Quarterly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096512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Both bots — weekly single (recommended):
~$4.42/qtr recurring | ~$6.90/qtr incl. Q1 catch-ups
Both bots — daily single:
~$8.42/qtr recurring | ~$10.90/qtr incl. Q1 catch-ups
GitHub Actions minutes: free tier — $0.00 all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